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9D5C78-0A1E-4ABF-9FDB-4168D71E2917}" v="14" dt="2026-08-18T17:44:22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aneeththushar6893kvk@gmail.com" userId="c44d9728df8c19a2" providerId="LiveId" clId="{179650DB-FD18-402C-8E4A-3A103BE8DFBA}"/>
    <pc:docChg chg="undo custSel delSld modSld">
      <pc:chgData name="navaneeththushar6893kvk@gmail.com" userId="c44d9728df8c19a2" providerId="LiveId" clId="{179650DB-FD18-402C-8E4A-3A103BE8DFBA}" dt="2026-08-18T17:50:53.143" v="1240" actId="20577"/>
      <pc:docMkLst>
        <pc:docMk/>
      </pc:docMkLst>
      <pc:sldChg chg="modSp mod">
        <pc:chgData name="navaneeththushar6893kvk@gmail.com" userId="c44d9728df8c19a2" providerId="LiveId" clId="{179650DB-FD18-402C-8E4A-3A103BE8DFBA}" dt="2026-08-18T15:57:09.405" v="40" actId="20577"/>
        <pc:sldMkLst>
          <pc:docMk/>
          <pc:sldMk cId="0" sldId="257"/>
        </pc:sldMkLst>
        <pc:spChg chg="mod">
          <ac:chgData name="navaneeththushar6893kvk@gmail.com" userId="c44d9728df8c19a2" providerId="LiveId" clId="{179650DB-FD18-402C-8E4A-3A103BE8DFBA}" dt="2026-08-18T15:57:09.405" v="40" actId="20577"/>
          <ac:spMkLst>
            <pc:docMk/>
            <pc:sldMk cId="0" sldId="257"/>
            <ac:spMk id="65" creationId="{00000000-0000-0000-0000-000000000000}"/>
          </ac:spMkLst>
        </pc:spChg>
      </pc:sldChg>
      <pc:sldChg chg="modSp mod">
        <pc:chgData name="navaneeththushar6893kvk@gmail.com" userId="c44d9728df8c19a2" providerId="LiveId" clId="{179650DB-FD18-402C-8E4A-3A103BE8DFBA}" dt="2026-08-18T17:26:04.363" v="1057" actId="255"/>
        <pc:sldMkLst>
          <pc:docMk/>
          <pc:sldMk cId="0" sldId="258"/>
        </pc:sldMkLst>
        <pc:spChg chg="mod">
          <ac:chgData name="navaneeththushar6893kvk@gmail.com" userId="c44d9728df8c19a2" providerId="LiveId" clId="{179650DB-FD18-402C-8E4A-3A103BE8DFBA}" dt="2026-08-18T17:26:04.363" v="1057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03:11.440" v="50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49:28.041" v="663" actId="5793"/>
          <ac:spMkLst>
            <pc:docMk/>
            <pc:sldMk cId="0" sldId="258"/>
            <ac:spMk id="19" creationId="{00000000-0000-0000-0000-000000000000}"/>
          </ac:spMkLst>
        </pc:spChg>
      </pc:sldChg>
      <pc:sldChg chg="delSp modSp mod">
        <pc:chgData name="navaneeththushar6893kvk@gmail.com" userId="c44d9728df8c19a2" providerId="LiveId" clId="{179650DB-FD18-402C-8E4A-3A103BE8DFBA}" dt="2026-08-18T17:47:27.386" v="1132" actId="20577"/>
        <pc:sldMkLst>
          <pc:docMk/>
          <pc:sldMk cId="0" sldId="259"/>
        </pc:sldMkLst>
        <pc:spChg chg="mod">
          <ac:chgData name="navaneeththushar6893kvk@gmail.com" userId="c44d9728df8c19a2" providerId="LiveId" clId="{179650DB-FD18-402C-8E4A-3A103BE8DFBA}" dt="2026-08-18T16:08:34.723" v="187" actId="1076"/>
          <ac:spMkLst>
            <pc:docMk/>
            <pc:sldMk cId="0" sldId="259"/>
            <ac:spMk id="9" creationId="{00000000-0000-0000-0000-000000000000}"/>
          </ac:spMkLst>
        </pc:spChg>
        <pc:spChg chg="del">
          <ac:chgData name="navaneeththushar6893kvk@gmail.com" userId="c44d9728df8c19a2" providerId="LiveId" clId="{179650DB-FD18-402C-8E4A-3A103BE8DFBA}" dt="2026-08-18T16:07:35.516" v="176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07:58.007" v="182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09:33.279" v="194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08:25.052" v="185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25:24.271" v="1054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10:57.722" v="249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11:06.973" v="250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47:27.386" v="1132" actId="20577"/>
          <ac:spMkLst>
            <pc:docMk/>
            <pc:sldMk cId="0" sldId="259"/>
            <ac:spMk id="22" creationId="{00000000-0000-0000-0000-000000000000}"/>
          </ac:spMkLst>
        </pc:spChg>
        <pc:picChg chg="del">
          <ac:chgData name="navaneeththushar6893kvk@gmail.com" userId="c44d9728df8c19a2" providerId="LiveId" clId="{179650DB-FD18-402C-8E4A-3A103BE8DFBA}" dt="2026-08-18T16:07:38.307" v="177" actId="478"/>
          <ac:picMkLst>
            <pc:docMk/>
            <pc:sldMk cId="0" sldId="259"/>
            <ac:picMk id="15" creationId="{00000000-0000-0000-0000-000000000000}"/>
          </ac:picMkLst>
        </pc:picChg>
      </pc:sldChg>
      <pc:sldChg chg="delSp modSp mod">
        <pc:chgData name="navaneeththushar6893kvk@gmail.com" userId="c44d9728df8c19a2" providerId="LiveId" clId="{179650DB-FD18-402C-8E4A-3A103BE8DFBA}" dt="2026-08-18T17:47:59.028" v="1151" actId="20577"/>
        <pc:sldMkLst>
          <pc:docMk/>
          <pc:sldMk cId="0" sldId="260"/>
        </pc:sldMkLst>
        <pc:spChg chg="del">
          <ac:chgData name="navaneeththushar6893kvk@gmail.com" userId="c44d9728df8c19a2" providerId="LiveId" clId="{179650DB-FD18-402C-8E4A-3A103BE8DFBA}" dt="2026-08-18T16:15:30.423" v="313" actId="478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navaneeththushar6893kvk@gmail.com" userId="c44d9728df8c19a2" providerId="LiveId" clId="{179650DB-FD18-402C-8E4A-3A103BE8DFBA}" dt="2026-08-18T16:15:58.450" v="315" actId="47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16:28.647" v="322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16:39.918" v="323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47:59.028" v="1151" actId="20577"/>
          <ac:spMkLst>
            <pc:docMk/>
            <pc:sldMk cId="0" sldId="260"/>
            <ac:spMk id="19" creationId="{00000000-0000-0000-0000-000000000000}"/>
          </ac:spMkLst>
        </pc:spChg>
        <pc:picChg chg="del">
          <ac:chgData name="navaneeththushar6893kvk@gmail.com" userId="c44d9728df8c19a2" providerId="LiveId" clId="{179650DB-FD18-402C-8E4A-3A103BE8DFBA}" dt="2026-08-18T16:15:28.904" v="312" actId="478"/>
          <ac:picMkLst>
            <pc:docMk/>
            <pc:sldMk cId="0" sldId="260"/>
            <ac:picMk id="15" creationId="{00000000-0000-0000-0000-000000000000}"/>
          </ac:picMkLst>
        </pc:picChg>
      </pc:sldChg>
      <pc:sldChg chg="delSp modSp mod">
        <pc:chgData name="navaneeththushar6893kvk@gmail.com" userId="c44d9728df8c19a2" providerId="LiveId" clId="{179650DB-FD18-402C-8E4A-3A103BE8DFBA}" dt="2026-08-18T17:48:39.415" v="1153" actId="20577"/>
        <pc:sldMkLst>
          <pc:docMk/>
          <pc:sldMk cId="0" sldId="261"/>
        </pc:sldMkLst>
        <pc:spChg chg="del">
          <ac:chgData name="navaneeththushar6893kvk@gmail.com" userId="c44d9728df8c19a2" providerId="LiveId" clId="{179650DB-FD18-402C-8E4A-3A103BE8DFBA}" dt="2026-08-18T16:25:37.297" v="441" actId="478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navaneeththushar6893kvk@gmail.com" userId="c44d9728df8c19a2" providerId="LiveId" clId="{179650DB-FD18-402C-8E4A-3A103BE8DFBA}" dt="2026-08-18T16:25:56.133" v="445" actId="47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26:11.443" v="449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26:38.046" v="453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47:02.653" v="1115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26:20.983" v="451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26:58.264" v="455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48:39.415" v="1153" actId="20577"/>
          <ac:spMkLst>
            <pc:docMk/>
            <pc:sldMk cId="0" sldId="261"/>
            <ac:spMk id="22" creationId="{00000000-0000-0000-0000-000000000000}"/>
          </ac:spMkLst>
        </pc:spChg>
        <pc:picChg chg="del">
          <ac:chgData name="navaneeththushar6893kvk@gmail.com" userId="c44d9728df8c19a2" providerId="LiveId" clId="{179650DB-FD18-402C-8E4A-3A103BE8DFBA}" dt="2026-08-18T16:25:42.215" v="442" actId="478"/>
          <ac:picMkLst>
            <pc:docMk/>
            <pc:sldMk cId="0" sldId="261"/>
            <ac:picMk id="15" creationId="{00000000-0000-0000-0000-000000000000}"/>
          </ac:picMkLst>
        </pc:picChg>
      </pc:sldChg>
      <pc:sldChg chg="delSp modSp mod">
        <pc:chgData name="navaneeththushar6893kvk@gmail.com" userId="c44d9728df8c19a2" providerId="LiveId" clId="{179650DB-FD18-402C-8E4A-3A103BE8DFBA}" dt="2026-08-18T17:50:11.595" v="1210" actId="20577"/>
        <pc:sldMkLst>
          <pc:docMk/>
          <pc:sldMk cId="0" sldId="262"/>
        </pc:sldMkLst>
        <pc:spChg chg="del">
          <ac:chgData name="navaneeththushar6893kvk@gmail.com" userId="c44d9728df8c19a2" providerId="LiveId" clId="{179650DB-FD18-402C-8E4A-3A103BE8DFBA}" dt="2026-08-18T16:50:38.474" v="664" actId="478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navaneeththushar6893kvk@gmail.com" userId="c44d9728df8c19a2" providerId="LiveId" clId="{179650DB-FD18-402C-8E4A-3A103BE8DFBA}" dt="2026-08-18T16:50:50.419" v="667" actId="47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51:19.611" v="673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23:14.111" v="1042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49:03.285" v="1172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6:51:28.080" v="674" actId="1410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23:34.041" v="1044" actId="1410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50:11.595" v="1210" actId="20577"/>
          <ac:spMkLst>
            <pc:docMk/>
            <pc:sldMk cId="0" sldId="262"/>
            <ac:spMk id="24" creationId="{00000000-0000-0000-0000-000000000000}"/>
          </ac:spMkLst>
        </pc:spChg>
        <pc:picChg chg="del">
          <ac:chgData name="navaneeththushar6893kvk@gmail.com" userId="c44d9728df8c19a2" providerId="LiveId" clId="{179650DB-FD18-402C-8E4A-3A103BE8DFBA}" dt="2026-08-18T16:50:41.160" v="665" actId="478"/>
          <ac:picMkLst>
            <pc:docMk/>
            <pc:sldMk cId="0" sldId="262"/>
            <ac:picMk id="15" creationId="{00000000-0000-0000-0000-000000000000}"/>
          </ac:picMkLst>
        </pc:picChg>
        <pc:picChg chg="mod">
          <ac:chgData name="navaneeththushar6893kvk@gmail.com" userId="c44d9728df8c19a2" providerId="LiveId" clId="{179650DB-FD18-402C-8E4A-3A103BE8DFBA}" dt="2026-08-18T16:52:04.359" v="679" actId="1076"/>
          <ac:picMkLst>
            <pc:docMk/>
            <pc:sldMk cId="0" sldId="262"/>
            <ac:picMk id="18" creationId="{00000000-0000-0000-0000-000000000000}"/>
          </ac:picMkLst>
        </pc:picChg>
        <pc:picChg chg="mod">
          <ac:chgData name="navaneeththushar6893kvk@gmail.com" userId="c44d9728df8c19a2" providerId="LiveId" clId="{179650DB-FD18-402C-8E4A-3A103BE8DFBA}" dt="2026-08-18T16:56:48.251" v="784" actId="1076"/>
          <ac:picMkLst>
            <pc:docMk/>
            <pc:sldMk cId="0" sldId="262"/>
            <ac:picMk id="22" creationId="{00000000-0000-0000-0000-000000000000}"/>
          </ac:picMkLst>
        </pc:picChg>
      </pc:sldChg>
      <pc:sldChg chg="delSp modSp mod">
        <pc:chgData name="navaneeththushar6893kvk@gmail.com" userId="c44d9728df8c19a2" providerId="LiveId" clId="{179650DB-FD18-402C-8E4A-3A103BE8DFBA}" dt="2026-08-18T17:50:53.143" v="1240" actId="20577"/>
        <pc:sldMkLst>
          <pc:docMk/>
          <pc:sldMk cId="0" sldId="263"/>
        </pc:sldMkLst>
        <pc:spChg chg="del">
          <ac:chgData name="navaneeththushar6893kvk@gmail.com" userId="c44d9728df8c19a2" providerId="LiveId" clId="{179650DB-FD18-402C-8E4A-3A103BE8DFBA}" dt="2026-08-18T17:01:32.396" v="900" actId="478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navaneeththushar6893kvk@gmail.com" userId="c44d9728df8c19a2" providerId="LiveId" clId="{179650DB-FD18-402C-8E4A-3A103BE8DFBA}" dt="2026-08-18T17:01:43.219" v="903" actId="47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05:14.467" v="919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02:03.966" v="905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50:53.143" v="1240" actId="20577"/>
          <ac:spMkLst>
            <pc:docMk/>
            <pc:sldMk cId="0" sldId="263"/>
            <ac:spMk id="19" creationId="{00000000-0000-0000-0000-000000000000}"/>
          </ac:spMkLst>
        </pc:spChg>
        <pc:spChg chg="del">
          <ac:chgData name="navaneeththushar6893kvk@gmail.com" userId="c44d9728df8c19a2" providerId="LiveId" clId="{179650DB-FD18-402C-8E4A-3A103BE8DFBA}" dt="2026-08-18T17:02:25.498" v="910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navaneeththushar6893kvk@gmail.com" userId="c44d9728df8c19a2" providerId="LiveId" clId="{179650DB-FD18-402C-8E4A-3A103BE8DFBA}" dt="2026-08-18T17:02:17.952" v="908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navaneeththushar6893kvk@gmail.com" userId="c44d9728df8c19a2" providerId="LiveId" clId="{179650DB-FD18-402C-8E4A-3A103BE8DFBA}" dt="2026-08-18T17:02:28.146" v="911" actId="478"/>
          <ac:spMkLst>
            <pc:docMk/>
            <pc:sldMk cId="0" sldId="263"/>
            <ac:spMk id="23" creationId="{00000000-0000-0000-0000-000000000000}"/>
          </ac:spMkLst>
        </pc:spChg>
        <pc:spChg chg="del mod">
          <ac:chgData name="navaneeththushar6893kvk@gmail.com" userId="c44d9728df8c19a2" providerId="LiveId" clId="{179650DB-FD18-402C-8E4A-3A103BE8DFBA}" dt="2026-08-18T17:02:35.305" v="914" actId="478"/>
          <ac:spMkLst>
            <pc:docMk/>
            <pc:sldMk cId="0" sldId="263"/>
            <ac:spMk id="25" creationId="{00000000-0000-0000-0000-000000000000}"/>
          </ac:spMkLst>
        </pc:spChg>
        <pc:spChg chg="del">
          <ac:chgData name="navaneeththushar6893kvk@gmail.com" userId="c44d9728df8c19a2" providerId="LiveId" clId="{179650DB-FD18-402C-8E4A-3A103BE8DFBA}" dt="2026-08-18T17:02:45.793" v="917" actId="478"/>
          <ac:spMkLst>
            <pc:docMk/>
            <pc:sldMk cId="0" sldId="263"/>
            <ac:spMk id="26" creationId="{00000000-0000-0000-0000-000000000000}"/>
          </ac:spMkLst>
        </pc:spChg>
        <pc:spChg chg="del">
          <ac:chgData name="navaneeththushar6893kvk@gmail.com" userId="c44d9728df8c19a2" providerId="LiveId" clId="{179650DB-FD18-402C-8E4A-3A103BE8DFBA}" dt="2026-08-18T17:02:40.823" v="915" actId="478"/>
          <ac:spMkLst>
            <pc:docMk/>
            <pc:sldMk cId="0" sldId="263"/>
            <ac:spMk id="28" creationId="{00000000-0000-0000-0000-000000000000}"/>
          </ac:spMkLst>
        </pc:spChg>
        <pc:picChg chg="del">
          <ac:chgData name="navaneeththushar6893kvk@gmail.com" userId="c44d9728df8c19a2" providerId="LiveId" clId="{179650DB-FD18-402C-8E4A-3A103BE8DFBA}" dt="2026-08-18T17:01:34.853" v="901" actId="478"/>
          <ac:picMkLst>
            <pc:docMk/>
            <pc:sldMk cId="0" sldId="263"/>
            <ac:picMk id="15" creationId="{00000000-0000-0000-0000-000000000000}"/>
          </ac:picMkLst>
        </pc:picChg>
        <pc:picChg chg="del">
          <ac:chgData name="navaneeththushar6893kvk@gmail.com" userId="c44d9728df8c19a2" providerId="LiveId" clId="{179650DB-FD18-402C-8E4A-3A103BE8DFBA}" dt="2026-08-18T17:02:22.382" v="909" actId="478"/>
          <ac:picMkLst>
            <pc:docMk/>
            <pc:sldMk cId="0" sldId="263"/>
            <ac:picMk id="21" creationId="{00000000-0000-0000-0000-000000000000}"/>
          </ac:picMkLst>
        </pc:picChg>
        <pc:picChg chg="del">
          <ac:chgData name="navaneeththushar6893kvk@gmail.com" userId="c44d9728df8c19a2" providerId="LiveId" clId="{179650DB-FD18-402C-8E4A-3A103BE8DFBA}" dt="2026-08-18T17:02:30.295" v="912" actId="478"/>
          <ac:picMkLst>
            <pc:docMk/>
            <pc:sldMk cId="0" sldId="263"/>
            <ac:picMk id="24" creationId="{00000000-0000-0000-0000-000000000000}"/>
          </ac:picMkLst>
        </pc:picChg>
        <pc:picChg chg="del">
          <ac:chgData name="navaneeththushar6893kvk@gmail.com" userId="c44d9728df8c19a2" providerId="LiveId" clId="{179650DB-FD18-402C-8E4A-3A103BE8DFBA}" dt="2026-08-18T17:02:43.976" v="916" actId="478"/>
          <ac:picMkLst>
            <pc:docMk/>
            <pc:sldMk cId="0" sldId="263"/>
            <ac:picMk id="27" creationId="{00000000-0000-0000-0000-000000000000}"/>
          </ac:picMkLst>
        </pc:picChg>
      </pc:sldChg>
      <pc:sldChg chg="del">
        <pc:chgData name="navaneeththushar6893kvk@gmail.com" userId="c44d9728df8c19a2" providerId="LiveId" clId="{179650DB-FD18-402C-8E4A-3A103BE8DFBA}" dt="2026-08-18T15:57:29.310" v="41" actId="47"/>
        <pc:sldMkLst>
          <pc:docMk/>
          <pc:sldMk cId="0" sldId="267"/>
        </pc:sldMkLst>
      </pc:sldChg>
      <pc:sldChg chg="modSp mod">
        <pc:chgData name="navaneeththushar6893kvk@gmail.com" userId="c44d9728df8c19a2" providerId="LiveId" clId="{179650DB-FD18-402C-8E4A-3A103BE8DFBA}" dt="2026-08-18T17:44:31.250" v="1062" actId="14100"/>
        <pc:sldMkLst>
          <pc:docMk/>
          <pc:sldMk cId="0" sldId="268"/>
        </pc:sldMkLst>
        <pc:spChg chg="mod">
          <ac:chgData name="navaneeththushar6893kvk@gmail.com" userId="c44d9728df8c19a2" providerId="LiveId" clId="{179650DB-FD18-402C-8E4A-3A103BE8DFBA}" dt="2026-08-18T17:08:23.071" v="1025" actId="14100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avaneeththushar6893kvk@gmail.com" userId="c44d9728df8c19a2" providerId="LiveId" clId="{179650DB-FD18-402C-8E4A-3A103BE8DFBA}" dt="2026-08-18T17:44:31.250" v="1062" actId="14100"/>
          <ac:spMkLst>
            <pc:docMk/>
            <pc:sldMk cId="0" sldId="268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cs typeface="Poppins" pitchFamily="34" charset="-120"/>
              </a:rPr>
              <a:t>Zynq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Adithyan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B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4 </a:t>
            </a: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th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Arpith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Alex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4 </a:t>
            </a: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th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639612" cy="136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Navaneeth Thushar 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4 </a:t>
            </a: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th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3" y="5152644"/>
            <a:ext cx="2715395" cy="276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Saintgits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College Of Engineering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+91 79073342255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adithyxn05@gmail.com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35697" y="3213762"/>
            <a:ext cx="6595847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b="1" dirty="0">
                <a:solidFill>
                  <a:srgbClr val="92D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AI-Based Restoration of Degraded Images for Semiconductor Inspection</a:t>
            </a:r>
            <a:endParaRPr lang="en-US" sz="1300" dirty="0">
              <a:solidFill>
                <a:srgbClr val="92D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1035697" y="3768241"/>
            <a:ext cx="10194049" cy="2380631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3991162"/>
            <a:ext cx="9496333" cy="1968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Statement: Reconstruct degraded 128 x 128 noisy wafer images to 256 x 256 high-resolution ground-truth structures.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Context: Fast optical/SEM semiconductor inspection scans suffer from severe photon noise, speckle noise, and diffraction limits.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Industry Significance: Enables high-speed wafer inspection and accurate defect detection without expensive hardware upgrades or reduced fab throughput.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961949" y="303310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38504" y="2563230"/>
            <a:ext cx="10391243" cy="147659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26083" y="2646310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031574" y="2800098"/>
            <a:ext cx="8746908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lightweight, activation-free super-resolution network (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-SR) using sub-pixel convolution and a multi-domain composite loss (spatial, structural, spectral, and perceptual) to restore 128 x  128 noisy wafer images to 256 x 256 high-resolution ground truth at real-time inspection speeds.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8504" y="4616637"/>
            <a:ext cx="10391243" cy="1387314"/>
          </a:xfrm>
          <a:prstGeom prst="roundRect">
            <a:avLst>
              <a:gd name="adj" fmla="val 0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26083" y="4838091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031573" y="4994249"/>
            <a:ext cx="8681593" cy="636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-SR uses a lightweight 2.39M-parameter activation-free architecture with sub-pixel convolution and multi-domain loss to restore degraded 128 x 128 wafer inspection images to 256 x 256 resolution at real-time speeds (127.5 FPS).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857708" y="2296972"/>
            <a:ext cx="10133686" cy="395453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2571028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6" y="2807966"/>
            <a:ext cx="8996782" cy="292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Idea &amp; Methodology: Reconstructs degraded 128x128 wafer inspection images to 256x256 ground truth using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-SR, an activation-free deep residual architecture with sub-pixel convolution.</a:t>
            </a:r>
            <a:b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&amp; Signal Pipeline: Processes raw Float32 unclipped grayscale images to preserve physical sensor noise dynamics (shot/thermal/speckle noise) without clipping artifacts.</a:t>
            </a:r>
            <a:b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 &amp; Optimization: Trains on a multi-domain composite loss combining Charbonnier (spatial), SSIM (structural), 2D-FFT (frequency pitch lines), and LPIPS (perceptual) objectives.</a:t>
            </a:r>
            <a:b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Technologies Involved: Built using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2.0+, CUDA 12+,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torch.fft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Sub-Pixel Convolution (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PixelShuffle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), and LPIPS.</a:t>
            </a:r>
            <a:b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Addressal &amp; Impact: Restores fine nanoscale conductor edges and eliminates noise at real-time speeds (127.5 FPS with 199.5 MB VRAM), avoiding costly hardware upgrades.</a:t>
            </a:r>
          </a:p>
          <a:p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961949" y="2491272"/>
            <a:ext cx="5020056" cy="3694924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6709" y="2743109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8" y="2664484"/>
            <a:ext cx="4429354" cy="3331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Type: A novel process &amp; application combining parameter-efficient AI super-resolution with physical sensor signal preservation for semiconductor inspection.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Technical Approach: Uses a 2.39M-parameter activation-free network (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-SR) with unclipped Float32 raw data ingestion and 2D-FFT spectral loss to recover fine pitch lines.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Fab Impact: Enables real-time restoration of sub-nanometer wafer structures (127.5 FPS at 199.5 MB VRAM) without expensive physical hardware modifications.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10605" y="2491272"/>
            <a:ext cx="5020056" cy="3694924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372454" y="2739097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372454" y="2934219"/>
            <a:ext cx="4239158" cy="285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Efficiency: 6.6× parameter reduction (2.39M params) with a minimal 199.5MB VRAM footprint for edge inspection deployment.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Performance: Outperforms bicubic baselines (+5.15 dB PSNR) by restoring nanoscale conductor edges without high-frequency blur.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&amp; Usability: Delivers real-time inline throughput (127.5 FPS) as a pure software upgrade, avoiding multi-million-dollar physical sensor replacements.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961949" y="2556588"/>
            <a:ext cx="5020056" cy="3545632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41251" y="2750767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90929" y="2717392"/>
            <a:ext cx="159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224381" y="3356796"/>
            <a:ext cx="4148633" cy="263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Impact: Maximizes semiconductor wafer yield by restoring sub-nanometer defect clarity (+5.15 dB PSNR) to prevent false alarms and missed critical defects.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&amp; Scalability: Serves as a zero-hardware-cost software multiplier, eliminating multi-million-dollar physical sensor and optical lens replacements.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Inline Fab Performance: Processes scans at 127.5 FPS with a minimal 199.5 MB VRAM footprint, seamlessly integrating into continuous real-time inspection pipelines.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endParaRPr lang="en-US" sz="1300" i="1" dirty="0"/>
          </a:p>
        </p:txBody>
      </p:sp>
      <p:sp>
        <p:nvSpPr>
          <p:cNvPr id="21" name="Shape 14"/>
          <p:cNvSpPr/>
          <p:nvPr/>
        </p:nvSpPr>
        <p:spPr>
          <a:xfrm>
            <a:off x="6210605" y="2556588"/>
            <a:ext cx="5020056" cy="3545632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391656" y="2750767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620256" y="2717392"/>
            <a:ext cx="2346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6406286" y="3438322"/>
            <a:ext cx="4174628" cy="255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2x Super-Resolution (4x Pixel Density): Upscales 128x128 noisy scans to 256x256 high-resolution ground truth.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+46.5% Structural Accuracy Boost: Improves SSIM from 0.528 to 0.776 (+5.97 dB PSNR gain over bicubic baseline).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40.3% Perceptual Error Reduction: Reduces LPIPS feature distortion from 0.443 down to 0.264.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6.6x Model Efficiency: Reduced parameters to 2.39 M with ultra-low 199.5 MB VRAM footprint at 127.5 FPS throughput.</a:t>
            </a:r>
          </a:p>
          <a:p>
            <a:endParaRPr lang="en-US" sz="1300" i="1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endParaRPr lang="en-US" sz="1300" i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961949" y="2250340"/>
            <a:ext cx="9467698" cy="413125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07338" y="2339491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07338" y="2264904"/>
            <a:ext cx="8748979" cy="359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Stack (Software &amp; Hardware):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2.0+, CUDA 12+, Python 3.10+,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torch.fft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LPIPS; evaluated on edge GPU hardware (NVIDIA RTX 3050).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Architectural Approach: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-SR (2.39 M params) utilizing parameter-free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SimpleGate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activations, Simplified Channel Attention (SCA), and </a:t>
            </a:r>
            <a:r>
              <a:rPr lang="en-US" sz="1300" i="1" dirty="0" err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PixelShuffle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2x sub-pixel convolution.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 Optimization: Multi-Domain Composite Loss combining Charbonnier (spatial), SSIM (structural), 2D-FFT (frequency), and LPIPS (perceptual) objectives.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Feasibility &amp; Production Integration: Operates </a:t>
            </a:r>
            <a:r>
              <a:rPr lang="en-US" sz="1300" i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127.5 FPS 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an </a:t>
            </a:r>
            <a:r>
              <a:rPr lang="en-US" sz="1300" i="1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ultra-low 199.5 </a:t>
            </a: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MB VRAM footprint, making it immediately feasible for real-time inline fab deployment without hardware changes.</a:t>
            </a:r>
          </a:p>
          <a:p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3" y="3487522"/>
            <a:ext cx="477512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https://github.com/Ad1thh/KLA-Semicon-AI-Restoration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5" y="5239511"/>
            <a:ext cx="777636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https://github.com/Ad1thh/KLA-Semicon-AI-Restoration/blob/main/assets/DemoVideo.mp4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872</Words>
  <Application>Microsoft Office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navaneeththushar6893kvk@gmail.com</cp:lastModifiedBy>
  <cp:revision>4</cp:revision>
  <dcterms:created xsi:type="dcterms:W3CDTF">2026-01-15T05:38:47Z</dcterms:created>
  <dcterms:modified xsi:type="dcterms:W3CDTF">2026-08-18T17:50:55Z</dcterms:modified>
</cp:coreProperties>
</file>